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37160" cy="5943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6400" b="1">
                <a:solidFill>
                  <a:srgbClr val="FFFFFF"/>
                </a:solidFill>
                <a:latin typeface="Segoe UI"/>
              </a:defRPr>
            </a:pPr>
            <a:r>
              <a:t>RaastaSense</a:t>
            </a:r>
          </a:p>
          <a:p>
            <a:pPr>
              <a:spcAft>
                <a:spcPts val="5000"/>
              </a:spcAft>
              <a:defRPr sz="2200" b="1">
                <a:solidFill>
                  <a:srgbClr val="38BDF8"/>
                </a:solidFill>
                <a:latin typeface="Segoe UI"/>
              </a:defRPr>
            </a:pPr>
            <a:r>
              <a:t>Transforming Road Safety Through Intelligence</a:t>
            </a:r>
          </a:p>
          <a:p>
            <a:pPr>
              <a:defRPr sz="1400" b="1">
                <a:solidFill>
                  <a:srgbClr val="F59E0B"/>
                </a:solidFill>
                <a:latin typeface="Segoe UI"/>
              </a:defRPr>
            </a:pPr>
            <a:r>
              <a:t>Team: NXT-waVE (IIT Madras Road Safety Hackathon)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AJAY RATHOD  |  ANIMESH BHANARKAR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3F5E"/>
                </a:solidFill>
                <a:latin typeface="Segoe UI"/>
              </a:defRPr>
            </a:pPr>
            <a:r>
              <a:t>THE NATIONAL ROAD SAFETY CRISIS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🚨 Critical National Statistics</a:t>
            </a:r>
          </a:p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• 1.5 Lakhs+ Annual Fatalities</a:t>
            </a:r>
            <a:br/>
            <a:r>
              <a:t>  Indian corridors average over 400 deaths per day.</a:t>
            </a:r>
            <a:br/>
            <a:br/>
            <a:r>
              <a:t>• ₹5.8 Lakh Crores Economic Loss</a:t>
            </a:r>
            <a:br/>
            <a:r>
              <a:t>  Accidents deplete ~3% of India's annual GDP.</a:t>
            </a:r>
            <a:br/>
            <a:br/>
            <a:r>
              <a:t>• 50%+ Preventable Deaths</a:t>
            </a:r>
            <a:br/>
            <a:r>
              <a:t>  Delayed Golden Hour response &amp; static navigation.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⚠️ Core Infrastructure Gaps</a:t>
            </a:r>
          </a:p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• Responders blind to real-time satellite coordinates &amp; golden hour locks.</a:t>
            </a:r>
            <a:br/>
            <a:br/>
            <a:r>
              <a:t>• Civic reports lacking public audit trails or visual pothole classification.</a:t>
            </a:r>
            <a:br/>
            <a:br/>
            <a:r>
              <a:t>• Driving violations static across municipal jurisdictions with no localized counselor.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Segoe UI"/>
              </a:defRPr>
            </a:pPr>
            <a:r>
              <a:t>THE RAASTASENSE SOLUTION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🗺️ GIS Live Map HUD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Cyberslate interactive mapping featuring active incident reporting overlays, speedometers, and live coordinate locks.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🛡️ AI Legal Advisor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9-language custom localizer featuring automatic fine surcharges, legal index, and character dialogue advisory boards.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🆘 SOS Rescue Hub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Decentralized emergency countdown beacon, golden-hour responder coordination, and pre-routed medical pathways.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Segoe UI"/>
              </a:defRPr>
            </a:pPr>
            <a:r>
              <a:t>INTELLIGENT CORE ENGINE MODULES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🚦 Safe Route Engine (Phase 8 Highlight)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Calculates Fastest, Safest, and Least Incident corridors. Displays Safety Indexes, weather/traffic conditions, and dynamic recommended overlays.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⚖️ DriveLegal Regional Surcharges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Filters 6 main road safety codes. Instantly computes fine adjustments based on Indian State surcharges (TN, MH, KA) and delivers voice-synthesized guidelines.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📸 RoadWatch AI Incident Diagnostics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Citizen hazard submission portals. Features automatic AI-powered image diagnosis with calculated confidence matrices, severity metrics, and direct action protocols.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84048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🆘 RoadSOS Emergency Controller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GPS telemetry tracker locks precise coordinates. Displays immediate emergency dials, trauma center proximities, and custom full-screen alarm dispatch overlay panels.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SYSTEM ARCHITECTURE &amp; OBSERVABILITY HUD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18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⚙️ Full-Stack Pipeline Architecture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• Client Tier: React 18, Vite, Tailwind CSS, Framer Motion, and custom vector SVGs.</a:t>
            </a:r>
            <a:br/>
            <a:br/>
            <a:r>
              <a:t>• Map/GIS Layer: OpenStreetMap integrations, polyline vector algorithms, dynamic marker overlays.</a:t>
            </a:r>
            <a:br/>
            <a:br/>
            <a:r>
              <a:t>• Backend &amp; Database: Node.js, Express, mock-telemetry sensor algorithms.</a:t>
            </a:r>
            <a:br/>
            <a:br/>
            <a:r>
              <a:t>• AI Core: Google Vision API pothole pixel scanner &amp; safety chatbot fallbacks.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18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📊 Live Observability &amp; Telemetry Console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• Live Console Telemetry Stream: Chronological NoSQL Firestore connectivity indicator and telemetry status outputs.</a:t>
            </a:r>
            <a:br/>
            <a:br/>
            <a:r>
              <a:t>• Custom SVG Safety Charts: Real-time route congestion graph and repairs metrics tracker.</a:t>
            </a:r>
            <a:br/>
            <a:br/>
            <a:r>
              <a:t>• 9-Language Localization Dropdown: Multi-lingual localizer supporting regional fine surcharges, legal codes, and AI advice swaps with zero-lag.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Segoe UI"/>
              </a:defRPr>
            </a:pPr>
            <a:r>
              <a:t>MEASURED SOCIETAL &amp; CIVIC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🚲 Citizens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Safe routing guidelines keep travelers out of congestion/danger zones. Regional DriveLegal counselor builds critical legal self-awareness.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👮 Municipalities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RoadWatch community dashboards create transparency in public infrastructure spending, pothole repair trails, and automated violation reporting.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🚑 Responders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RoadSOS beacon coordinates lock directly on responder navigation units, slicing dispatch delays and securing the critical Golden Hour rescue frame.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6400" b="1">
                <a:solidFill>
                  <a:srgbClr val="38BDF8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spcAft>
                <a:spcPts val="40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Join us in transforming Indian transit corridors, one life at a time.</a:t>
            </a:r>
          </a:p>
          <a:p>
            <a:pPr algn="ctr">
              <a:spcAft>
                <a:spcPts val="2000"/>
              </a:spcAft>
              <a:defRPr sz="1600" b="1">
                <a:solidFill>
                  <a:srgbClr val="F59E0B"/>
                </a:solidFill>
                <a:latin typeface="Consolas"/>
              </a:defRPr>
            </a:pPr>
            <a:r>
              <a:t>🌐 Interactive Live Demo: https://raastasense.vercel.app</a:t>
            </a:r>
            <a:br/>
            <a:r>
              <a:t>💻 Open-Source Codebase: https://github.com/Ajayrathod04/RaastaSense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