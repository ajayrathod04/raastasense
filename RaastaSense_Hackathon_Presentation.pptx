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9" r:id="rId20"/>
    <p:sldId id="270" r:id="rId21"/>
    <p:sldId id="266" r:id="rId17"/>
    <p:sldId id="271" r:id="rId22"/>
    <p:sldId id="263" r:id="rId14"/>
    <p:sldId id="272" r:id="rId23"/>
    <p:sldId id="273" r:id="rId24"/>
    <p:sldId id="267" r:id="rId18"/>
    <p:sldId id="259" r:id="rId10"/>
    <p:sldId id="268" r:id="rId19"/>
    <p:sldId id="264" r:id="rId15"/>
    <p:sldId id="260" r:id="rId11"/>
    <p:sldId id="265" r:id="rId16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11.xml"/><Relationship Id="rId11" Type="http://schemas.openxmlformats.org/officeDocument/2006/relationships/slide" Target="slides/slide14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4" Type="http://schemas.openxmlformats.org/officeDocument/2006/relationships/slide" Target="slides/slide8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6.xml"/><Relationship Id="rId18" Type="http://schemas.openxmlformats.org/officeDocument/2006/relationships/slide" Target="slides/slide10.xml"/><Relationship Id="rId19" Type="http://schemas.openxmlformats.org/officeDocument/2006/relationships/slide" Target="slides/slide12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7.xml"/><Relationship Id="rId23" Type="http://schemas.openxmlformats.org/officeDocument/2006/relationships/slide" Target="slides/slide9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943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FFFFFF"/>
                </a:solidFill>
                <a:latin typeface="Segoe UI"/>
              </a:defRPr>
            </a:pPr>
            <a:r>
              <a:t>RaastaSense</a:t>
            </a:r>
          </a:p>
          <a:p>
            <a:pPr>
              <a:spcAft>
                <a:spcPts val="5000"/>
              </a:spcAft>
              <a:defRPr sz="2200" b="1">
                <a:solidFill>
                  <a:srgbClr val="38BDF8"/>
                </a:solidFill>
                <a:latin typeface="Segoe UI"/>
              </a:defRPr>
            </a:pPr>
            <a:r>
              <a:t>Transforming Road Safety Through Intelligence</a:t>
            </a:r>
          </a:p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Team: NXT-waVE (IIT Madras Road Safety Hackathon)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AJAY RATHOD  |  ANIMESH BHANARKAR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THE NATIONAL ROAD SAFETY CRISIS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🚨 Critical National Statistics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• 1.5 Lakhs+ Annual Fatalities</a:t>
            </a:r>
            <a:br/>
            <a:r>
              <a:t>  Indian corridors average over 400 deaths per day.</a:t>
            </a:r>
            <a:br/>
            <a:br/>
            <a:r>
              <a:t>• ₹5.8 Lakh Crores Economic Loss</a:t>
            </a:r>
            <a:br/>
            <a:r>
              <a:t>  Accidents deplete ~3% of India's annual GDP.</a:t>
            </a:r>
            <a:br/>
            <a:br/>
            <a:r>
              <a:t>• 50%+ Preventable Deaths</a:t>
            </a:r>
            <a:br/>
            <a:r>
              <a:t>  Delayed Golden Hour response &amp; static navigation.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2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⚠️ Core Infrastructure Gaps</a:t>
            </a:r>
          </a:p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• Responders blind to real-time satellite coordinates &amp; golden hour locks.</a:t>
            </a:r>
            <a:br/>
            <a:br/>
            <a:r>
              <a:t>• Civic reports lacking public audit trails or visual pothole classification.</a:t>
            </a:r>
            <a:br/>
            <a:br/>
            <a:r>
              <a:t>• Driving violations static across municipal jurisdictions with no localized counselor.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THE RAASTASENSE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🗺️ GIS Live Map HUD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Cyberslate interactive mapping featuring active incident reporting overlays, speedometers, and live coordinate locks.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🛡️ AI Guardian &amp; Legal Localizer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Custom 10-language localizer with state-specific fine surcharges, legal codes, and interactive driver voice/text counseling console.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🆘 SOS Rescue Hub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Decentralized emergency countdown beacon, golden-hour responder coordination, and pre-routed medical pathways.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AI SAFETY COCKPIT &amp; LIVE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Real-time driver cockpit containing telemetry simulators, speedometer, and the pulsing AI Guardian mascot console with integrated 10-language localizer speech options.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AI GUARDIAN DIALOGUE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Conversational co-pilot interface showing simulated safety counselor recommendations, legal penalty index search, and speech synthesis feedback stream.</a:t>
            </a:r>
          </a:p>
        </p:txBody>
      </p:sp>
      <p:pic>
        <p:nvPicPr>
          <p:cNvPr id="4" name="Picture 3" descr="raastasense_ai_guar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AI SAFETY COCKPIT &amp; LIVE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Real-time driver cockpit containing telemetry simulators, speedometer, and the pulsing AI Guardian mascot console with integrated 10-language localizer speech options.</a:t>
            </a:r>
          </a:p>
        </p:txBody>
      </p:sp>
      <p:pic>
        <p:nvPicPr>
          <p:cNvPr id="4" name="Picture 3" descr="raastasense_hero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DIGITAL TWIN MAPPING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Cyberslate GIS Interface demonstrating safest, fastest, eco-friendly, and emergency vehicle routing paths, dynamic coordinates telemetry, and active incident report layers.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AI SAFETY COCKPIT &amp; LIVE 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Real-time driver cockpit containing telemetry simulators, speedometer, and the pulsing AI Guardian mascot console with integrated 10-language localizer speech options.</a:t>
            </a:r>
          </a:p>
        </p:txBody>
      </p:sp>
      <p:pic>
        <p:nvPicPr>
          <p:cNvPr id="4" name="Picture 3" descr="raastasense_hero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OBSERVABILITY &amp; 10-CITY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Advanced telemetry dashboard with chronological NoSQL live stream, and dynamic comparative metrics for Nagpur, Mumbai, Pune, Delhi, Hyderabad, Bangalore, Chennai, Ahmedabad, Kolkata, and Jaipur.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DIGITAL TWIN MAPPING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Cyberslate GIS Interface demonstrating safest, fastest, eco-friendly, and emergency vehicle routing paths, dynamic coordinates telemetry, and active incident report layers.</a:t>
            </a:r>
          </a:p>
        </p:txBody>
      </p:sp>
      <p:pic>
        <p:nvPicPr>
          <p:cNvPr id="4" name="Picture 3" descr="raastasense_route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INTELLIGENT CORE ENGINE MODULES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🚦 Safe Route Engine (Phase 8 Highlight)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Calculates Fastest, Safest, and Least Incident corridors. Displays Safety Indexes, weather/traffic conditions, and dynamic recommended overlays.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⚖️ AI Guardian Safety Counseling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Monitors driver parameters (fatigue, speed, seatbelt) in real-time. Delivers multilingual voice and text alerts to enforce legal compliance and safe transit.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📸 RoadWatch AI Incident Diagnostics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Citizen hazard submission portals. Features automatic AI-powered image diagnosis with calculated confidence matrices, severity metrics, and direct action protocols.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🆘 RoadSOS Emergency Controller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GPS telemetry tracker locks precise coordinates. Displays immediate emergency dials, trauma center proximities, and custom full-screen alarm dispatch overlay panels.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OBSERVABILITY &amp; 10-CITY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Advanced telemetry dashboard with chronological NoSQL live stream, and dynamic comparative metrics for Nagpur, Mumbai, Pune, Delhi, Hyderabad, Bangalore, Chennai, Ahmedabad, Kolkata, and Jaipur.</a:t>
            </a:r>
          </a:p>
        </p:txBody>
      </p:sp>
      <p:pic>
        <p:nvPicPr>
          <p:cNvPr id="4" name="Picture 3" descr="raastasense_observability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DIGITAL TWIN MAPPING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Cyberslate GIS Interface demonstrating safest, fastest, eco-friendly, and emergency vehicle routing paths, dynamic coordinates telemetry, and active incident report layers.</a:t>
            </a:r>
          </a:p>
        </p:txBody>
      </p:sp>
      <p:pic>
        <p:nvPicPr>
          <p:cNvPr id="4" name="Picture 3" descr="raastasense_route_eng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 &amp; OBSERVABILITY HUD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⚙️ Full-Stack Pipeline Architecture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• Client Tier: React 18, Vite, Tailwind CSS, Framer Motion, and custom vector SVGs.</a:t>
            </a:r>
            <a:br/>
            <a:br/>
            <a:r>
              <a:t>• Map/GIS Layer: OpenStreetMap integrations, polyline vector algorithms, dynamic marker overlays.</a:t>
            </a:r>
            <a:br/>
            <a:br/>
            <a:r>
              <a:t>• Backend &amp; Database: Node.js, Express, mock-telemetry sensor algorithms.</a:t>
            </a:r>
            <a:br/>
            <a:br/>
            <a:r>
              <a:t>• AI Core: Google Vision API pothole pixel scanner &amp; safety chatbot fallbacks.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📊 10-City Analytics &amp; Observability HUD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Dynamic comparison console tracking safety scores, accident rates, road quality, and response times for 10 major metropolitan districts.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 HUD: OBSERVABILITY &amp; 10-CITY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Advanced telemetry dashboard with chronological NoSQL live stream, and dynamic comparative metrics for Nagpur, Mumbai, Pune, Delhi, Hyderabad, Bangalore, Chennai, Ahmedabad, Kolkata, and Jaipur.</a:t>
            </a:r>
          </a:p>
        </p:txBody>
      </p:sp>
      <p:pic>
        <p:nvPicPr>
          <p:cNvPr id="4" name="Picture 3" descr="raastasense_observability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  <a:latin typeface="Segoe UI"/>
              </a:defRPr>
            </a:pPr>
            <a:r>
              <a:t>MEASURED SOCIETAL &amp; CIVIC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🚲 Citizens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Safe routing guidelines keep travelers out of congestion/danger zones. Regional DriveLegal counselor builds critical legal self-awareness.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👮 Municipalities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RoadWatch community dashboards create transparency in public infrastructure spending, pothole repair trails, and automated violation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🚑 Responders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RoadSOS beacon coordinates lock directly on responder navigation units, slicing dispatch delays and securing the critical Golden Hour rescue frame.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6400" b="1">
                <a:solidFill>
                  <a:srgbClr val="38BDF8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40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Join us in transforming Indian transit corridors, one life at a time.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F59E0B"/>
                </a:solidFill>
                <a:latin typeface="Consolas"/>
              </a:defRPr>
            </a:pPr>
            <a:r>
              <a:t>🌐 Interactive Live Demo: https://raastasense.vercel.app</a:t>
            </a:r>
            <a:br/>
            <a:r>
              <a:t>💻 Open-Source Codebase: https://github.com/Ajayrathod04/RaastaSense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FLOW &amp;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High-fidelity technology stack showing full-stack Node.js Express connectivity, Leaflet GIS client telemetry interfaces, Google Vision classification, and Firebase sync streams.</a:t>
            </a:r>
          </a:p>
        </p:txBody>
      </p:sp>
      <p:pic>
        <p:nvPicPr>
          <p:cNvPr id="4" name="Picture 3" descr="raastasense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064" y="2468880"/>
            <a:ext cx="658368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